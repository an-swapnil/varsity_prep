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4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08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08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4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872" y="950976"/>
            <a:ext cx="41056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472" y="950976"/>
            <a:ext cx="8449056" cy="54406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</p:spPr>
        <p:txBody>
          <a:bodyPr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7472" y="950976"/>
            <a:ext cx="8449056" cy="5440680"/>
          </a:xfrm>
        </p:spPr>
        <p:txBody>
          <a:bodyPr vert="eaVert"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8600" y="109728"/>
            <a:ext cx="8686800" cy="640080"/>
          </a:xfrm>
        </p:spPr>
        <p:txBody>
          <a:bodyPr vert="eaVert" anchor="t" lIns="0" rIns="0" tIns="0" bIns="0"/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7472" y="950976"/>
            <a:ext cx="8449056" cy="5440680"/>
          </a:xfrm>
        </p:spPr>
        <p:txBody>
          <a:bodyPr vert="eaVert"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" y="6519672"/>
            <a:ext cx="68580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6720" y="6519672"/>
            <a:ext cx="914400" cy="182880"/>
          </a:xfrm>
        </p:spPr>
        <p:txBody>
          <a:bodyPr anchor="t" lIns="0" rIns="0" tIns="0" bIns="0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686800" cy="640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>
              <a:defRPr sz="2350" b="1">
                <a:solidFill>
                  <a:srgbClr val="3333B2"/>
                </a:solidFill>
                <a:latin typeface="Times New Roman"/>
              </a:defRPr>
            </a:lvl1pPr>
            <a:lvl2pPr algn="l">
              <a:defRPr sz="2350" b="1">
                <a:solidFill>
                  <a:srgbClr val="3333B2"/>
                </a:solidFill>
                <a:latin typeface="Times New Roman"/>
              </a:defRPr>
            </a:lvl2pPr>
            <a:lvl3pPr algn="l">
              <a:defRPr sz="2350" b="1">
                <a:solidFill>
                  <a:srgbClr val="3333B2"/>
                </a:solidFill>
                <a:latin typeface="Times New Roman"/>
              </a:defRPr>
            </a:lvl3pPr>
            <a:lvl4pPr algn="l">
              <a:defRPr sz="2350" b="1">
                <a:solidFill>
                  <a:srgbClr val="3333B2"/>
                </a:solidFill>
                <a:latin typeface="Times New Roman"/>
              </a:defRPr>
            </a:lvl4pPr>
            <a:lvl5pPr algn="l">
              <a:defRPr sz="2350" b="1">
                <a:solidFill>
                  <a:srgbClr val="3333B2"/>
                </a:solidFill>
                <a:latin typeface="Times New Roman"/>
              </a:defRPr>
            </a:lvl5pPr>
            <a:lvl6pPr algn="l">
              <a:defRPr sz="2350" b="1">
                <a:solidFill>
                  <a:srgbClr val="3333B2"/>
                </a:solidFill>
                <a:latin typeface="Times New Roman"/>
              </a:defRPr>
            </a:lvl6pPr>
            <a:lvl7pPr algn="l">
              <a:defRPr sz="2350" b="1">
                <a:solidFill>
                  <a:srgbClr val="3333B2"/>
                </a:solidFill>
                <a:latin typeface="Times New Roman"/>
              </a:defRPr>
            </a:lvl7pPr>
            <a:lvl8pPr algn="l">
              <a:defRPr sz="2350" b="1">
                <a:solidFill>
                  <a:srgbClr val="3333B2"/>
                </a:solidFill>
                <a:latin typeface="Times New Roman"/>
              </a:defRPr>
            </a:lvl8pPr>
            <a:lvl9pPr algn="l">
              <a:defRPr sz="2350" b="1">
                <a:solidFill>
                  <a:srgbClr val="3333B2"/>
                </a:solidFill>
                <a:latin typeface="Times New Roman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950976"/>
            <a:ext cx="8449056" cy="54406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519672"/>
            <a:ext cx="6858000" cy="18288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" y="6519672"/>
            <a:ext cx="6858000" cy="18288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6720" y="6519672"/>
            <a:ext cx="914400" cy="18288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800">
                <a:latin typeface="Times New Roman"/>
              </a:defRPr>
            </a:lvl1pPr>
            <a:lvl2pPr algn="l">
              <a:defRPr sz="1800">
                <a:latin typeface="Times New Roman"/>
              </a:defRPr>
            </a:lvl2pPr>
            <a:lvl3pPr algn="l">
              <a:defRPr sz="1800">
                <a:latin typeface="Times New Roman"/>
              </a:defRPr>
            </a:lvl3pPr>
            <a:lvl4pPr algn="l">
              <a:defRPr sz="1800">
                <a:latin typeface="Times New Roman"/>
              </a:defRPr>
            </a:lvl4pPr>
            <a:lvl5pPr algn="l">
              <a:defRPr sz="1800">
                <a:latin typeface="Times New Roman"/>
              </a:defRPr>
            </a:lvl5pPr>
            <a:lvl6pPr algn="l">
              <a:defRPr sz="1800">
                <a:latin typeface="Times New Roman"/>
              </a:defRPr>
            </a:lvl6pPr>
            <a:lvl7pPr algn="l">
              <a:defRPr sz="1800">
                <a:latin typeface="Times New Roman"/>
              </a:defRPr>
            </a:lvl7pPr>
            <a:lvl8pPr algn="l">
              <a:defRPr sz="1800">
                <a:latin typeface="Times New Roman"/>
              </a:defRPr>
            </a:lvl8pPr>
            <a:lvl9pPr algn="l">
              <a:defRPr sz="1800">
                <a:latin typeface="Times New Roman"/>
              </a:defRPr>
            </a:lvl9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buNone/>
        <a:defRPr sz="2350" kern="1200">
          <a:solidFill>
            <a:schemeClr val="tx1"/>
          </a:solidFill>
          <a:latin typeface="+mj-lt"/>
          <a:ea typeface="+mj-ea"/>
          <a:cs typeface="+mj-cs"/>
        </a:defRPr>
        <a:spcBef>
          <a:spcPts val="500"/>
        </a:spcBef>
      </a:lvl1pPr>
    </p:titleStyle>
    <p:bodyStyle>
      <a:lvl1pPr marL="3429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1pPr>
      <a:lvl2pPr marL="685800" indent="-342900" algn="l" defTabSz="342900" rtl="0" eaLnBrk="1" latinLnBrk="0" hangingPunct="1"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2pPr>
      <a:lvl3pPr marL="10287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3pPr>
      <a:lvl4pPr marL="1371600" indent="-342900" algn="l" defTabSz="342900" rtl="0" eaLnBrk="1" latinLnBrk="0" hangingPunct="1"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4pPr>
      <a:lvl5pPr marL="1714500" indent="-342900" algn="l" defTabSz="342900" rtl="0" eaLnBrk="1" latinLnBrk="0" hangingPunct="1"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5pPr>
      <a:lvl6pPr marL="20574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6pPr>
      <a:lvl7pPr marL="24003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7pPr>
      <a:lvl8pPr marL="27432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8pPr>
      <a:lvl9pPr marL="3086100" indent="-342900" algn="l" defTabSz="342900" rtl="0" eaLnBrk="1" latinLnBrk="0" hangingPunct="1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9pPr>
    </p:bodyStyle>
    <p:otherStyle>
      <a:defPPr>
        <a:defRPr lang="en-US" sz="1800"/>
        <a:spcBef>
          <a:spcPts val="500"/>
        </a:spcBef>
      </a:defPPr>
      <a:lvl1pPr marL="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1pPr>
      <a:lvl2pPr marL="34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2pPr>
      <a:lvl3pPr marL="6858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3pPr>
      <a:lvl4pPr marL="10287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4pPr>
      <a:lvl5pPr marL="13716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5pPr>
      <a:lvl6pPr marL="17145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6pPr>
      <a:lvl7pPr marL="20574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7pPr>
      <a:lvl8pPr marL="24003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8pPr>
      <a:lvl9pPr marL="27432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spcBef>
          <a:spcPts val="500"/>
        </a:spcBef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